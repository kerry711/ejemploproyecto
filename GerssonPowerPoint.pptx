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721CD7-9A89-479C-8BEF-2B3FC14EF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8A8F51-624D-4B44-A537-E09B0A67E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941E4E-8465-4DD8-89E4-8169D92F5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2ABE8-7694-48E7-977D-7A8732BE650E}" type="datetimeFigureOut">
              <a:rPr lang="es-PE" smtClean="0"/>
              <a:t>18/09/2026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D2643E-4AB4-4052-A53A-F20C283D7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DBB774-507D-40C5-B713-716D82AE6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D5959-95B8-431F-A699-4CCFBB15647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09700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4A737A-2552-4002-93B1-AA15493C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367914-CFAF-4FA9-99CC-458CAE031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0CEBE8-CB12-4B88-A9C8-5BDF89C1A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2ABE8-7694-48E7-977D-7A8732BE650E}" type="datetimeFigureOut">
              <a:rPr lang="es-PE" smtClean="0"/>
              <a:t>18/09/2026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255CE4-83B5-43E2-8658-E3816E23C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EBAA8E-87F3-458B-B3EC-2E69AF42D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D5959-95B8-431F-A699-4CCFBB15647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36952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33C006-4930-4577-BAB1-EB151F19D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3D962B-EB71-4779-B331-BCAC311F7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09D158-5C2C-478A-B704-0194AE823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2ABE8-7694-48E7-977D-7A8732BE650E}" type="datetimeFigureOut">
              <a:rPr lang="es-PE" smtClean="0"/>
              <a:t>18/09/2026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4AA1FA-E697-40FA-BDD5-43B5C6B98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DA7C89-A4EC-4B2A-94C0-CD33B76F2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D5959-95B8-431F-A699-4CCFBB15647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81550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2B2A30-6392-4903-BA8C-4C764D5EF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0CFF33-E48F-418E-84E5-9291EB74FC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A35632-81C2-4247-BE73-6DA73B494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501D4A-2896-4AE5-BA54-EC4BDE523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2ABE8-7694-48E7-977D-7A8732BE650E}" type="datetimeFigureOut">
              <a:rPr lang="es-PE" smtClean="0"/>
              <a:t>18/09/2026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C2FD69-F6D8-4C52-900A-F6963B74A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85B155-AA9E-469F-88B9-DBDF13082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D5959-95B8-431F-A699-4CCFBB15647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84345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717623-350C-46C8-9B0F-E6294229D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C8DA9B-EB09-404C-AA0D-940A68132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39F002-0BBE-4B6F-9424-2C6D140C7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70F2435-5BFD-4793-941F-22ACAF8E9A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17284E4-F760-414C-99E2-5E9358DA4B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0B3DFC3-C582-411B-BF29-89D49A30E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2ABE8-7694-48E7-977D-7A8732BE650E}" type="datetimeFigureOut">
              <a:rPr lang="es-PE" smtClean="0"/>
              <a:t>18/09/2026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A077E37-AE63-4192-8C8E-9B1FA0C33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575F930-09B0-4D74-BB03-1321B13B2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D5959-95B8-431F-A699-4CCFBB15647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1118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9AB906-A39C-4F3A-B1A7-A7B887D8A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EA8B36D-F235-4BFE-BFE3-8D61ECD53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2ABE8-7694-48E7-977D-7A8732BE650E}" type="datetimeFigureOut">
              <a:rPr lang="es-PE" smtClean="0"/>
              <a:t>18/09/2026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C9E647E-8776-4042-85EC-B663A376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C26D72B-3835-411D-86A5-7A9CB692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D5959-95B8-431F-A699-4CCFBB15647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93209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B5A3073-3A92-4AD3-9BDD-DB6A9717C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2ABE8-7694-48E7-977D-7A8732BE650E}" type="datetimeFigureOut">
              <a:rPr lang="es-PE" smtClean="0"/>
              <a:t>18/09/2026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486AA21-71BF-4EF1-9A78-B5EA9D82F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B625BD5-5ED6-48DB-AF82-EF28E21F6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D5959-95B8-431F-A699-4CCFBB15647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88047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18B78-7316-43D9-AA1D-485BF0F87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69CF35-FE64-46D8-88D1-D8EB86E6A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D42042-51C5-4D37-B0CC-0F93A1888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CC3B4B-CDFA-4DD8-947A-E9BF7DA01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2ABE8-7694-48E7-977D-7A8732BE650E}" type="datetimeFigureOut">
              <a:rPr lang="es-PE" smtClean="0"/>
              <a:t>18/09/2026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8094F4-C59C-4DE8-842D-22E213D43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14F50E-EE72-49F1-8F3B-D2984D3C1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D5959-95B8-431F-A699-4CCFBB15647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74995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9B0693-09F6-4DB3-AFE3-775F94BF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0317D68-82D7-4455-BB9B-361AFCF7C6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0B61C2-49EE-4A76-893A-835AFF8DC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02BDFE-5511-4546-816A-34D03BA22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2ABE8-7694-48E7-977D-7A8732BE650E}" type="datetimeFigureOut">
              <a:rPr lang="es-PE" smtClean="0"/>
              <a:t>18/09/2026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A567468-7F05-41E4-885C-FD39499B0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A875AB-EF69-4961-9310-73DFF5631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D5959-95B8-431F-A699-4CCFBB15647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73300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2F0914-4A4C-4F33-836A-8673BB933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0A66DA-D464-4484-80F4-9BE100478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E0EDE9-AA3D-4042-BE2A-452A47190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2ABE8-7694-48E7-977D-7A8732BE650E}" type="datetimeFigureOut">
              <a:rPr lang="es-PE" smtClean="0"/>
              <a:t>18/09/2026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FCD6B1-F848-441E-B8D0-47BA21B34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0E3F58-1BEE-4920-BAB5-09F14BAB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D5959-95B8-431F-A699-4CCFBB15647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35511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8DB300A-FFD1-495A-924F-6762DD2B31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E4F74B-4082-4656-880A-3DD463659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FA34E9-61B5-45AB-B9C9-137FC019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2ABE8-7694-48E7-977D-7A8732BE650E}" type="datetimeFigureOut">
              <a:rPr lang="es-PE" smtClean="0"/>
              <a:t>18/09/2026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B01D67-16BF-4D41-BE41-DF0410B58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709B6A-0112-420C-AE51-7845EAEF1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D5959-95B8-431F-A699-4CCFBB15647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55961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0767E6D-5443-4996-9B9B-9C131CD41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2CCEA3-2359-426A-8687-5B66A61E4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ECD623-C27C-436C-AE1A-F25282DB4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2ABE8-7694-48E7-977D-7A8732BE650E}" type="datetimeFigureOut">
              <a:rPr lang="es-PE" smtClean="0"/>
              <a:t>18/09/2026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44EA6E-44B5-4A6D-B2C1-4F09C75144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A5953D-0398-4B1D-9971-29ACD51477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D5959-95B8-431F-A699-4CCFBB15647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13208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24F7D7-D6BD-40C9-B631-635FB8E4FC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err="1"/>
              <a:t>Jhon</a:t>
            </a:r>
            <a:r>
              <a:rPr lang="es-MX" dirty="0"/>
              <a:t> PISAO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873932-D171-4A21-A37F-874A5D0603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304633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Jhon PISAO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Jhon PISAO</dc:title>
  <dc:creator>Alumno</dc:creator>
  <cp:lastModifiedBy>Alumno</cp:lastModifiedBy>
  <cp:revision>1</cp:revision>
  <dcterms:created xsi:type="dcterms:W3CDTF">2026-09-18T14:59:23Z</dcterms:created>
  <dcterms:modified xsi:type="dcterms:W3CDTF">2026-09-18T14:59:38Z</dcterms:modified>
</cp:coreProperties>
</file>